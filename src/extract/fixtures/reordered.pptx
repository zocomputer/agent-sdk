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Remember to mention the hiring plan.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  <a:p>
            <a:r>
              <a:t>Revenue </a:t>
            </a:r>
            <a:r>
              <a:t>up 12%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Next steps</a:t>
            </a:r>
            <a:br/>
            <a:r>
              <a:t>Hire more raccoons</a:t>
            </a:r>
          </a:p>
        </p:txBody>
      </p:sp>
    </p:spTree>
  </p:cSld>
</p:sld>
</file>